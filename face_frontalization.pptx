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732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Detection, Deblurring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Frontalization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27889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Quality-Aware Generative Pipeline for CCTV Surveillance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34290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Adnan (230089)  |  Ayush Yadav (230273)  |  Shreyansh Singh (230989)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Snehasish Haldar (231013)  |  Suyash Kumar (231067)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4297680"/>
            <a:ext cx="164592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4297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EE655 Group Project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0972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914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82296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20040" y="822960"/>
            <a:ext cx="384048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20040" y="822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325880"/>
            <a:ext cx="35661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CCTV surveillance video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in non-frontal poses (side-view, angled)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blur from camera shake or subject movement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Occlusions: glasses, masks, hair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illumination &amp; low resolution crops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2331720"/>
            <a:ext cx="502920" cy="502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83480" y="82296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4983480" y="822960"/>
            <a:ext cx="38404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983480" y="822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120640" y="1325880"/>
            <a:ext cx="35661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frontal face image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well-lit face crop selected from video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Geometrically aligned — face looking forward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downstream tasks: recognition, verification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809744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4360" y="4754880"/>
            <a:ext cx="83210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Real-time inference limits, no multi-frame identity tracking, API latency for generative model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2452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4224528" cy="73152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520440" y="859536"/>
            <a:ext cx="822960" cy="22860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520440" y="85953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38328" y="841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Frontalization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1155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Dougsouza (2015)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344168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facial landmark detection + geometric warp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assumption — mirrored half onto other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under heavy occlusion or large pose deviation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awareness or frame 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1728" y="749808"/>
            <a:ext cx="422452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81728" y="749808"/>
            <a:ext cx="4224528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973568" y="859536"/>
            <a:ext cx="82296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973568" y="85953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GAN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791456" y="841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GAN-Based Frontalization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91456" y="11155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Opetrova et al. (HuggingFace)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1344168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 produces frontal face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blurry/low-quality inputs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pre-filtering of input quality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944368"/>
            <a:ext cx="422452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4224528" cy="7315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520440" y="3054096"/>
            <a:ext cx="822960" cy="2286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520440" y="305409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TOOL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38328" y="30358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" y="33101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(2023)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" y="3538728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 anchor-free detector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speed/accuracy tradeoff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to custom datasets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both detection AND blur estimation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81728" y="2944368"/>
            <a:ext cx="422452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81728" y="2944368"/>
            <a:ext cx="4224528" cy="7315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973568" y="3054096"/>
            <a:ext cx="822960" cy="2286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973568" y="305409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TOOL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91456" y="30358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Image Edit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91456" y="33101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Team (2024)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91456" y="3538728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Instruction-guided diffusion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Prompt-conditioned image editing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identity &amp; style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API-accessible — no local GPU needed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809744"/>
            <a:ext cx="320040" cy="32004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94360" y="4754880"/>
            <a:ext cx="83210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Novelty: Quality-aware frame selection BEFORE generative frontalization — existing methods skip this critical step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Method: Pipeline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1097280"/>
            <a:ext cx="1417320" cy="2468880"/>
          </a:xfrm>
          <a:prstGeom prst="rect">
            <a:avLst/>
          </a:prstGeom>
          <a:solidFill>
            <a:srgbClr val="1C212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141732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04088" y="1243584"/>
            <a:ext cx="457200" cy="4572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04088" y="1243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1051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331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2971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20574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847088" y="1097280"/>
            <a:ext cx="1417320" cy="2468880"/>
          </a:xfrm>
          <a:prstGeom prst="rect">
            <a:avLst/>
          </a:prstGeom>
          <a:solidFill>
            <a:srgbClr val="1C21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1847088" y="1097280"/>
            <a:ext cx="141732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2322576" y="124358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322576" y="1243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1810512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92808" y="2331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892808" y="2971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2057400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465576" y="1097280"/>
            <a:ext cx="1417320" cy="2468880"/>
          </a:xfrm>
          <a:prstGeom prst="rect">
            <a:avLst/>
          </a:prstGeom>
          <a:solidFill>
            <a:srgbClr val="1C2128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3465576" y="1097280"/>
            <a:ext cx="1417320" cy="9144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3941064" y="1243584"/>
            <a:ext cx="457200" cy="457200"/>
          </a:xfrm>
          <a:prstGeom prst="ellipse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3941064" y="1243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208" y="1810512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511296" y="2331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511296" y="2971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Sharpness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+ Size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057400"/>
            <a:ext cx="201168" cy="20116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084064" y="1097280"/>
            <a:ext cx="1417320" cy="2468880"/>
          </a:xfrm>
          <a:prstGeom prst="rect">
            <a:avLst/>
          </a:prstGeom>
          <a:solidFill>
            <a:srgbClr val="1C2128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5084064" y="1097280"/>
            <a:ext cx="1417320" cy="9144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1"/>
          <p:cNvSpPr/>
          <p:nvPr/>
        </p:nvSpPr>
        <p:spPr>
          <a:xfrm>
            <a:off x="5559552" y="1243584"/>
            <a:ext cx="457200" cy="45720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2"/>
          <p:cNvSpPr/>
          <p:nvPr/>
        </p:nvSpPr>
        <p:spPr>
          <a:xfrm>
            <a:off x="5559552" y="1243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8696" y="1810512"/>
            <a:ext cx="438912" cy="43891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129784" y="2331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Frame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5129784" y="2971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crop</a:t>
            </a:r>
            <a:endParaRPr lang="en-US" sz="10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057400"/>
            <a:ext cx="201168" cy="201168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6702552" y="1097280"/>
            <a:ext cx="1417320" cy="2468880"/>
          </a:xfrm>
          <a:prstGeom prst="rect">
            <a:avLst/>
          </a:prstGeom>
          <a:solidFill>
            <a:srgbClr val="1C2128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6"/>
          <p:cNvSpPr/>
          <p:nvPr/>
        </p:nvSpPr>
        <p:spPr>
          <a:xfrm>
            <a:off x="6702552" y="1097280"/>
            <a:ext cx="1417320" cy="914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7"/>
          <p:cNvSpPr/>
          <p:nvPr/>
        </p:nvSpPr>
        <p:spPr>
          <a:xfrm>
            <a:off x="7178040" y="1243584"/>
            <a:ext cx="457200" cy="45720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28"/>
          <p:cNvSpPr/>
          <p:nvPr/>
        </p:nvSpPr>
        <p:spPr>
          <a:xfrm>
            <a:off x="7178040" y="1243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7184" y="1810512"/>
            <a:ext cx="438912" cy="43891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748272" y="2331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Frontalization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6748272" y="2971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Prompt-guided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edit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228600" y="3794760"/>
            <a:ext cx="868680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977640"/>
            <a:ext cx="365760" cy="36576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68680" y="3822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45" name="Text 33"/>
          <p:cNvSpPr/>
          <p:nvPr/>
        </p:nvSpPr>
        <p:spPr>
          <a:xfrm>
            <a:off x="868680" y="41148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are highly sensitive to input quality. By inserting a quality-aware frame selection stage before frontalization, our pipeline produces significantly more consistent and realistic outputs compared to naive direct 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Method: Step-by-Step Details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43000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777240"/>
            <a:ext cx="86868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60120" y="832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&amp; 2: Frame Extraction + Face Detection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0120" y="1124712"/>
            <a:ext cx="1005840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60120" y="11247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YOLOv8n?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57400" y="1088136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of the video is processed individually. YOLOv8n (nano) is chosen for its speed-accuracy tradeoff — lightweight enough for real-time inference on video while maintaining reliable detection. For each frame, bounding boxes of all detected faces are extracted. The largest face (by area) is selected to prioritize near-camera subjects.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2194560"/>
            <a:ext cx="8686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560320"/>
            <a:ext cx="475488" cy="4754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8600" y="2194560"/>
            <a:ext cx="86868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960120" y="22494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Quality Scoring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60120" y="2542032"/>
            <a:ext cx="1005840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960120" y="25420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composite score?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057400" y="2505456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metrics are combined:  (1) Sharpness — a trained YOLOv8 blur-detection model outputs a blur probability; sharpness = 1 − blur.  (2) Brightness — mean V-channel in HSV, normalized to [0,1].  (3) Size — bounding box area ÷ total frame area.  Weights: 0.6 × sharpness + 0.15 × brightness + 0.25 × size. Sharpness is weighted highest as blurry inputs cause generative artifacts.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28600" y="3611880"/>
            <a:ext cx="8686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977640"/>
            <a:ext cx="475488" cy="47548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28600" y="3611880"/>
            <a:ext cx="86868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960120" y="36667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&amp; 5: Selection + Frontalization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60120" y="3959352"/>
            <a:ext cx="1005840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960120" y="39593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Qwen via API?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2057400" y="3922776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with the maximum composite score is selected. Local deployment of a large diffusion model is computationally prohibitive; API inference via Hugging Face is practical. Prompt: "Frontalize this face, make it directly face forward, don't change the style of image, don't hallucinate" — explicit instruction prevents hallucination and style drift.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Experiments: Datasets &amp;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1148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441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2984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Dataset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57276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(fareselmenshawii)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1773936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YOLOv8n face detector. Large-scale annotated face bounding boxes.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054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24597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Blur-Deblur Dataset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85800" y="273405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 (Suyash Kumar / Kaggle)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85800" y="2935224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Synthetically generated by applying motion blur to sharp face images. Enables supervised blur classification.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6674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" y="36210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Video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85800" y="389534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Project-recorded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85800" y="409651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surveillance video (MP4, 20241004_120449) serving as the primary pipeline input.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0" y="804672"/>
            <a:ext cx="43434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572000" y="804672"/>
            <a:ext cx="43434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709160" y="1298448"/>
            <a:ext cx="1170432" cy="237744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4709160" y="1298448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971032" y="12984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Notebooks with GPU acceleration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09160" y="1746504"/>
            <a:ext cx="1170432" cy="237744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4709160" y="174650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971032" y="174650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NVIDIA T4 (16 GB RAM)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709160" y="2194560"/>
            <a:ext cx="1170432" cy="237744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/>
          <p:nvPr/>
        </p:nvSpPr>
        <p:spPr>
          <a:xfrm>
            <a:off x="4709160" y="219456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971032" y="219456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Ultralytics YOLOv8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709160" y="2642616"/>
            <a:ext cx="1170432" cy="237744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4709160" y="2642616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Model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5971032" y="2642616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YOLOv8n, fine-tuned on face dataset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4709160" y="3090672"/>
            <a:ext cx="1170432" cy="237744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/>
          <p:nvPr/>
        </p:nvSpPr>
        <p:spPr>
          <a:xfrm>
            <a:off x="4709160" y="3090672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Model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971032" y="309067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classification, custom synthetic dataset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709160" y="3538728"/>
            <a:ext cx="1170432" cy="237744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4709160" y="3538728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Frontalization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5971032" y="353872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Image Edit via Hugging Face API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4709160" y="3986784"/>
            <a:ext cx="1170432" cy="237744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6"/>
          <p:cNvSpPr/>
          <p:nvPr/>
        </p:nvSpPr>
        <p:spPr>
          <a:xfrm>
            <a:off x="4709160" y="398678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5971032" y="398678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Sharpness 0.6 / Brightness 0.15 / Size 0.25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Experiments: Results &amp;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Comparison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418599"/>
              </p:ext>
            </p:extLst>
          </p:nvPr>
        </p:nvGraphicFramePr>
        <p:xfrm>
          <a:off x="274320" y="1115568"/>
          <a:ext cx="8595360" cy="12801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Quality Awareness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Quality-Aware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651760"/>
            <a:ext cx="2651760" cy="219456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74320" y="265176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RESULT IMAGE 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GAN-based Model 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(Figure 2a from paper)</a:t>
            </a:r>
            <a:endParaRPr lang="en-US" sz="1100" dirty="0"/>
          </a:p>
        </p:txBody>
      </p:sp>
      <p:sp>
        <p:nvSpPr>
          <p:cNvPr id="5" name="Text 5"/>
          <p:cNvSpPr/>
          <p:nvPr/>
        </p:nvSpPr>
        <p:spPr>
          <a:xfrm>
            <a:off x="274320" y="48646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Model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2651760"/>
            <a:ext cx="2651760" cy="219456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246120" y="265176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RESULT IMAGE 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(Figure 2b from paper)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46120" y="48646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Baseline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2606040"/>
            <a:ext cx="2651760" cy="2286000"/>
          </a:xfrm>
          <a:prstGeom prst="rect">
            <a:avLst/>
          </a:prstGeom>
          <a:solidFill>
            <a:srgbClr val="E8F8F0"/>
          </a:solidFill>
          <a:ln w="12700">
            <a:solidFill>
              <a:srgbClr val="28A74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217920" y="26060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RESULT IMAGE 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Model 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(Figure 2c from paper)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217920" y="49103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(Ours)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1B72F8C-8353-4CB3-E61C-57AB197DC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648946"/>
            <a:ext cx="2651760" cy="22225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CE5D0C-DF3F-ADD6-9674-EDB9CE887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670048"/>
            <a:ext cx="2651760" cy="22219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2C68C18-5DD4-FE15-F8F1-B3789B419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606040"/>
            <a:ext cx="2651760" cy="2304288"/>
          </a:xfrm>
          <a:prstGeom prst="rect">
            <a:avLst/>
          </a:prstGeom>
        </p:spPr>
      </p:pic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2326" y="2706624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&amp;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114800" cy="34747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pipeline significantly improves robustness over single-stage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Quality-based frame selection plays a critical role in enhancing final output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model performs well under moderate distortions (blur, pose variation)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&amp; clearer face regions yield better reconstruction performance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heavily dependent on input quality — pre-filtering is essential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343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4343400" cy="34747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29844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0" y="1280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Drift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 may deviate from true identity under extreme pose or poor input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00253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0" y="19842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Smoothing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0" y="2240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regions may lack fine details (skin texture) — slight over-smoothing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7066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2688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Handling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0" y="2944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Glasses, masks, hair introduce artifacts or inconsistencies in generated output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41071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9200" y="3392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0" y="36484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constrained by API call overhead for the generative model</a:t>
            </a:r>
            <a:endParaRPr lang="en-US" sz="11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4114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2920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029200" y="43525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occlusion and severely degraded low-resolution inputs cause failure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4124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presented an end-to-end pipeline integrating face detection (YOLOv8n), quality-aware frame selection, and generative frontalization (Qwen Image Edit). A key finding is that input quality critically determines generative model output quality — pre-filtering frames via a composite sharpness/brightness/size score significantly improves perceptual realism and structural consistency over baseline approaches.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246120"/>
            <a:ext cx="202996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33756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" y="378561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Tracking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" y="407822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Identity-consistent selection across frames; robust multi-person scenarios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87752" y="3246120"/>
            <a:ext cx="202996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3375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60904" y="378561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Fusion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60904" y="407822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good frames to improve reconstruction quality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64024" y="3246120"/>
            <a:ext cx="202996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2" y="33375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37176" y="378561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Distillation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37176" y="407822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generative model for local deployment &amp; real-time edge inference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40296" y="3246120"/>
            <a:ext cx="202996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4" y="33375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13448" y="378561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CCTV-Specific Training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013448" y="407822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models fine-tuned on low-res, motion-blurred surveillance 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1028</Words>
  <Application>Microsoft Office PowerPoint</Application>
  <PresentationFormat>On-screen Show (16:9)</PresentationFormat>
  <Paragraphs>181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Detection, Deblurring and Frontalization</dc:title>
  <dc:subject>PptxGenJS Presentation</dc:subject>
  <dc:creator>PptxGenJS</dc:creator>
  <cp:lastModifiedBy>Snehasish Haldar</cp:lastModifiedBy>
  <cp:revision>6</cp:revision>
  <dcterms:created xsi:type="dcterms:W3CDTF">2026-04-18T03:36:54Z</dcterms:created>
  <dcterms:modified xsi:type="dcterms:W3CDTF">2026-04-18T04:40:47Z</dcterms:modified>
</cp:coreProperties>
</file>